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6" r:id="rId3"/>
    <p:sldId id="313" r:id="rId5"/>
    <p:sldId id="293" r:id="rId6"/>
    <p:sldId id="295" r:id="rId7"/>
    <p:sldId id="297" r:id="rId8"/>
    <p:sldId id="314" r:id="rId9"/>
    <p:sldId id="299" r:id="rId10"/>
    <p:sldId id="300" r:id="rId11"/>
    <p:sldId id="298" r:id="rId12"/>
    <p:sldId id="307" r:id="rId13"/>
    <p:sldId id="308" r:id="rId14"/>
    <p:sldId id="309" r:id="rId15"/>
    <p:sldId id="310" r:id="rId16"/>
    <p:sldId id="312" r:id="rId17"/>
    <p:sldId id="31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 showGuides="1">
      <p:cViewPr varScale="1">
        <p:scale>
          <a:sx n="99" d="100"/>
          <a:sy n="99" d="100"/>
        </p:scale>
        <p:origin x="10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hyperlink" Target="mailto:Raihan.mahmud@aiub.ed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/>
          <p:cNvSpPr txBox="1"/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  <a:endParaRPr lang="en-US" sz="2400" cap="all" dirty="0">
              <a:solidFill>
                <a:srgbClr val="FFFFFF"/>
              </a:solidFill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engineering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8975279" y="4510618"/>
            <a:ext cx="4896908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Tanvir Ahmed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cap="none" dirty="0">
                <a:solidFill>
                  <a:schemeClr val="tx1"/>
                </a:solidFill>
                <a:hlinkClick r:id="rId1"/>
              </a:rPr>
              <a:t>tanvirahmed@aiub.edu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  <a:endParaRPr lang="en-US" altLang="zh-TW" sz="2200" dirty="0">
              <a:latin typeface="+mj-lt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  <a:endParaRPr lang="en-US" altLang="ko-KR" sz="2000" dirty="0"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  <a:endParaRPr lang="en-US" altLang="zh-TW" sz="2200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  <a:endParaRPr lang="en-US" altLang="zh-TW" sz="2200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  <a:endParaRPr lang="en-US" altLang="zh-TW" sz="22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3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  <a:endParaRPr lang="en-US" altLang="zh-TW" sz="2200" dirty="0"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  <a:endParaRPr lang="en-US" altLang="zh-TW" sz="2600" dirty="0">
              <a:solidFill>
                <a:srgbClr val="0070C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  <a:endParaRPr lang="en-US" altLang="zh-TW" sz="2600" dirty="0">
              <a:solidFill>
                <a:srgbClr val="0070C0"/>
              </a:solidFill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  <a:endParaRPr lang="en-US" altLang="zh-TW" sz="2600" dirty="0"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  <a:endParaRPr lang="en-GB" dirty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Photo" r:id="rId1" imgW="4810125" imgH="3733800" progId="">
                  <p:embed/>
                </p:oleObj>
              </mc:Choice>
              <mc:Fallback>
                <p:oleObj name="Photo Editor Photo" r:id="rId1" imgW="4810125" imgH="3733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  <a:endParaRPr lang="en-US" altLang="zh-TW" sz="2200" dirty="0">
              <a:latin typeface="+mj-lt"/>
            </a:endParaRP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  <a:endParaRPr lang="en-US" altLang="zh-TW" sz="1600" dirty="0">
              <a:latin typeface="+mj-lt"/>
            </a:endParaRP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  <a:endParaRPr lang="en-US" altLang="zh-TW" sz="16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  <a:endParaRPr lang="en-US" altLang="zh-TW" sz="2200" dirty="0">
              <a:latin typeface="+mj-lt"/>
            </a:endParaRP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  <a:endParaRPr lang="en-US" altLang="zh-TW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MS PGothic" panose="020B0600070205080204" pitchFamily="34" charset="-128"/>
              </a:rPr>
              <a:t>R.S. Pressman &amp; Associates, Inc. (2010). </a:t>
            </a:r>
            <a:r>
              <a:rPr lang="en-US" sz="2000" i="1" dirty="0">
                <a:ea typeface="MS PGothic" panose="020B0600070205080204" pitchFamily="34" charset="-128"/>
              </a:rPr>
              <a:t>Software Engineering: A Practitioner’s Approach.</a:t>
            </a:r>
            <a:endParaRPr lang="en-US" sz="2000" i="1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5503</Words>
  <Application>WPS Presentation</Application>
  <PresentationFormat>Widescreen</PresentationFormat>
  <Paragraphs>190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Wingdings 2</vt:lpstr>
      <vt:lpstr>Wingdings</vt:lpstr>
      <vt:lpstr>굴림</vt:lpstr>
      <vt:lpstr>Malgun Gothic</vt:lpstr>
      <vt:lpstr>PMingLiU</vt:lpstr>
      <vt:lpstr>MingLiU-ExtB</vt:lpstr>
      <vt:lpstr>Bell MT</vt:lpstr>
      <vt:lpstr>Segoe Print</vt:lpstr>
      <vt:lpstr>MS PGothic</vt:lpstr>
      <vt:lpstr>Gill Sans MT</vt:lpstr>
      <vt:lpstr>Microsoft YaHei</vt:lpstr>
      <vt:lpstr>Arial Unicode MS</vt:lpstr>
      <vt:lpstr>Calibri</vt:lpstr>
      <vt:lpstr>Dividend</vt:lpstr>
      <vt:lpstr>PowerPoint 演示文稿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creator>M. Mahmudul Hasan</dc:creator>
  <dc:subject>Software Engineering</dc:subject>
  <cp:lastModifiedBy>USER</cp:lastModifiedBy>
  <cp:revision>53</cp:revision>
  <dcterms:created xsi:type="dcterms:W3CDTF">2019-05-13T08:37:00Z</dcterms:created>
  <dcterms:modified xsi:type="dcterms:W3CDTF">2026-02-07T08:00:53Z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59F06B5D9DCC433EB2E0E2116749AF30_12</vt:lpwstr>
  </property>
  <property fmtid="{D5CDD505-2E9C-101B-9397-08002B2CF9AE}" pid="3" name="KSOProductBuildVer">
    <vt:lpwstr>2057-12.2.0.23197</vt:lpwstr>
  </property>
</Properties>
</file>