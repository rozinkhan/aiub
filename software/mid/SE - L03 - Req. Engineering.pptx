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0AC7E-D8C0-C710-6CAA-87BFC76D38D0}" v="36" dt="2026-02-09T05:06:48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S::tanvirahmed@aiub.edu::f091772c-3389-425a-a2e7-62662c253737" providerId="AD" clId="Web-{1650AC7E-D8C0-C710-6CAA-87BFC76D38D0}"/>
    <pc:docChg chg="modSld">
      <pc:chgData name="TANVIR AHMED" userId="S::tanvirahmed@aiub.edu::f091772c-3389-425a-a2e7-62662c253737" providerId="AD" clId="Web-{1650AC7E-D8C0-C710-6CAA-87BFC76D38D0}" dt="2026-02-09T05:06:47.511" v="38" actId="20577"/>
      <pc:docMkLst>
        <pc:docMk/>
      </pc:docMkLst>
      <pc:sldChg chg="modSp">
        <pc:chgData name="TANVIR AHMED" userId="S::tanvirahmed@aiub.edu::f091772c-3389-425a-a2e7-62662c253737" providerId="AD" clId="Web-{1650AC7E-D8C0-C710-6CAA-87BFC76D38D0}" dt="2026-02-09T05:06:47.511" v="38" actId="20577"/>
        <pc:sldMkLst>
          <pc:docMk/>
          <pc:sldMk cId="2664565021" sldId="291"/>
        </pc:sldMkLst>
        <pc:spChg chg="mod">
          <ac:chgData name="TANVIR AHMED" userId="S::tanvirahmed@aiub.edu::f091772c-3389-425a-a2e7-62662c253737" providerId="AD" clId="Web-{1650AC7E-D8C0-C710-6CAA-87BFC76D38D0}" dt="2026-02-09T05:06:47.511" v="38" actId="20577"/>
          <ac:spMkLst>
            <pc:docMk/>
            <pc:sldMk cId="2664565021" sldId="291"/>
            <ac:spMk id="24" creationId="{C2082529-78D7-4EA7-BFF9-A1D1F62040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5301964" y="4450909"/>
            <a:ext cx="4377498" cy="10701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0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solidFill>
                  <a:srgbClr val="7030A0"/>
                </a:solidFill>
              </a:rPr>
              <a:t>Tanvir </a:t>
            </a:r>
            <a:r>
              <a:rPr lang="en-US" dirty="0" err="1">
                <a:solidFill>
                  <a:srgbClr val="7030A0"/>
                </a:solidFill>
              </a:rPr>
              <a:t>ahmed</a:t>
            </a:r>
            <a:endParaRPr lang="en-US" sz="2800" dirty="0" err="1">
              <a:solidFill>
                <a:srgbClr val="7030A0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tanvirahmed@aiub.edu</a:t>
            </a:r>
            <a:r>
              <a:rPr lang="en-US" sz="2400" cap="none" dirty="0">
                <a:solidFill>
                  <a:schemeClr val="tx1"/>
                </a:solidFill>
              </a:rPr>
              <a:t> </a:t>
            </a:r>
            <a:endParaRPr lang="en-US" cap="none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3255707" y="3084256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1644</Words>
  <Application>Microsoft Office PowerPoint</Application>
  <PresentationFormat>On-screen Show (4:3)</PresentationFormat>
  <Paragraphs>186</Paragraphs>
  <Slides>25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Teacher</dc:creator>
  <cp:keywords/>
  <dc:description>generated using python-pptx</dc:description>
  <cp:lastModifiedBy>MD. RAIHAN MAHMUD</cp:lastModifiedBy>
  <cp:revision>149</cp:revision>
  <dcterms:created xsi:type="dcterms:W3CDTF">2013-01-27T09:14:16Z</dcterms:created>
  <dcterms:modified xsi:type="dcterms:W3CDTF">2026-02-09T05:06:49Z</dcterms:modified>
  <cp:category/>
</cp:coreProperties>
</file>